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C348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A569B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1C40F"/>
                </a:solidFill>
              </a:rPr>
              <a:t>WELCOME!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 are Visionary Divas 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BDE2"/>
                </a:solidFill>
              </a:rPr>
              <a:t>Today's Topic: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1C40F"/>
                </a:solidFill>
              </a:rPr>
              <a:t>TAKING INITIATIVE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7BDE2"/>
                </a:solidFill>
              </a:rPr>
              <a:t>A 20-minute interactive session designed just for YOU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</a:rPr>
              <a:t>📅 Please keep your chat box open  |  🎤 Mute yourself unless speaking  |  🙋 Type in chat to participate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3483"/>
                </a:solidFill>
              </a:rPr>
              <a:t>Today's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6C3483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914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</a:rPr>
              <a:t>0–2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40280" y="914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</a:rPr>
              <a:t>Welcome &amp; Introduction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86600" y="9144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🎤 Shivangi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A569BD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813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48132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69BD"/>
                </a:solidFill>
              </a:rPr>
              <a:t>2–6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14813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</a:rPr>
              <a:t>What is Taking Initiative?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86600" y="14813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🎤 Samiksha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48256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67E22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04825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04825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6–9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20482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</a:rPr>
              <a:t>Activity 1: Would You or Wait? Quiz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86600" y="204825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🎤 Shravani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17A65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6151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261518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9–12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26151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</a:rPr>
              <a:t>Activity 2: Story Time — Share Your Moment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86600" y="26151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🎤 All Members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182112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C0392B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1821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1821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12–14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31821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</a:rPr>
              <a:t>Activity 3: Rapid Fire True or False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86600" y="318211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🎤 Shravani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E8449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749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3749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14–16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40280" y="3749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</a:rPr>
              <a:t>Activity 4: Initiative Pledge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086600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🎤 Samiksha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3159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1C40F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315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0120" y="43159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C40F"/>
                </a:solidFill>
              </a:rPr>
              <a:t>16–18 min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40280" y="43159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</a:rPr>
              <a:t>Survey Link + Q&amp;A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086600" y="43159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🎤 Prarthana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882896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6C3483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48828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🎉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0120" y="488289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</a:rPr>
              <a:t>18–20 min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40280" y="488289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</a:rPr>
              <a:t>Closing &amp; Thank You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086600" y="488289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</a:rPr>
              <a:t>🎤 Shivangi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C40F"/>
                </a:solidFill>
              </a:rPr>
              <a:t>What is Taking Initiative? 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914400"/>
          </a:xfrm>
          <a:prstGeom prst="roundRect">
            <a:avLst>
              <a:gd name="adj" fmla="val 12000"/>
            </a:avLst>
          </a:prstGeom>
          <a:solidFill>
            <a:srgbClr val="6C3483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960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It means doing something ON YOUR OWN — without being told, pushed, or reminded.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6C3483">
              <a:alpha val="4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Speaking up in class before the teacher calls on you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9659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6C3483">
              <a:alpha val="4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9659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32120" y="19659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Helping a friend with their work without being asked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6C3483">
              <a:alpha val="4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803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28803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Starting a task today instead of waiting till tomorrow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8803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6C3483">
              <a:alpha val="4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8803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32120" y="28803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Sharing an idea in a meeting even if you feel unsure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6C3483">
              <a:alpha val="4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7947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Fixing a mistake you spot — even if it is not your job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79476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6C3483">
              <a:alpha val="4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7947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37947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Setting your own goals and chasing them without pressure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🎮  Activity 1: Would You or Wait?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Read each situation. Type A, B or C in the chat RIGHT NOW! ⬇️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2724912" cy="1691640"/>
          </a:xfrm>
          <a:prstGeom prst="roundRect">
            <a:avLst>
              <a:gd name="adj" fmla="val 5405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170432"/>
            <a:ext cx="2724912" cy="320040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0700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You notice the classroom projector is broken before class starts.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DE2"/>
                </a:solidFill>
              </a:rPr>
              <a:t>A: Fix it myself    B: Wait for teacher    C: Ignore 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70432"/>
            <a:ext cx="2724912" cy="1691640"/>
          </a:xfrm>
          <a:prstGeom prst="roundRect">
            <a:avLst>
              <a:gd name="adj" fmla="val 5405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70432"/>
            <a:ext cx="2724912" cy="320040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3255264" y="120700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3552" y="155448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Your group project hasn't started and no one is taking the lead.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73552" y="217627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DE2"/>
                </a:solidFill>
              </a:rPr>
              <a:t>A: Start it myself    B: Wait for others    C: Complain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08192" y="1170432"/>
            <a:ext cx="2724912" cy="1691640"/>
          </a:xfrm>
          <a:prstGeom prst="roundRect">
            <a:avLst>
              <a:gd name="adj" fmla="val 5405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08192" y="1170432"/>
            <a:ext cx="2724912" cy="320040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6163056" y="120700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155448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You see a junior student struggling with their work.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1344" y="217627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DE2"/>
                </a:solidFill>
              </a:rPr>
              <a:t>A: Go help them    B: Wait to be asked    C: Walk away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999232"/>
            <a:ext cx="2724912" cy="1691640"/>
          </a:xfrm>
          <a:prstGeom prst="roundRect">
            <a:avLst>
              <a:gd name="adj" fmla="val 5405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2999232"/>
            <a:ext cx="2724912" cy="320040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03580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great idea hits you in a meeting but no one mentioned it.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00507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DE2"/>
                </a:solidFill>
              </a:rPr>
              <a:t>A: Share it immediately    B: Keep it to myself    C: Tell later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999232"/>
            <a:ext cx="2724912" cy="1691640"/>
          </a:xfrm>
          <a:prstGeom prst="roundRect">
            <a:avLst>
              <a:gd name="adj" fmla="val 5405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99232"/>
            <a:ext cx="2724912" cy="320040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3255264" y="303580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338328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Your team is behind schedule and your part is already done.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73552" y="400507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DE2"/>
                </a:solidFill>
              </a:rPr>
              <a:t>A: Help others finish    B: Relax, I'm done    C: Wait for instructions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08192" y="2999232"/>
            <a:ext cx="2724912" cy="1691640"/>
          </a:xfrm>
          <a:prstGeom prst="roundRect">
            <a:avLst>
              <a:gd name="adj" fmla="val 5405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08192" y="2999232"/>
            <a:ext cx="2724912" cy="320040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6163056" y="303580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81344" y="338328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You see an error in your teacher's shared document.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81344" y="400507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DE2"/>
                </a:solidFill>
              </a:rPr>
              <a:t>A: Politely point it out    B: Stay quiet    C: Tell a friend only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1E84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✅  Quiz Answers — In ALL cases, A = Taking Initiative!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E8449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20624" y="1005840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✅ Answer: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4813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Fixing the projector = acting without being told. That is initiative.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E8449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1005840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✅ Answer: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14813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Starting the project = stepping up when no one else does. That is initiative.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E8449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423160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514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✅ Answer: 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89864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Helping the junior = caring and acting without being asked. That is initiative.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42316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423160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E8449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2423160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514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✅ Answer: 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289864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Sharing the idea = speaking up despite uncertainty. That is initiative.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40480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E8449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" y="3840480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9319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✅ Answer: 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3159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Helping others finish = thinking beyond yourself. That is initiative.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84048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840480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E8449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55464" y="3840480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39319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✅ Answer: 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43159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Pointing out the error = taking responsibility for quality. That is initiative.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117A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📖  Activity 2: Story Time — Your Initiative Moment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A65"/>
                </a:solidFill>
              </a:rPr>
              <a:t>Each of us will share a real story. Then it's YOUR turn — type in chat! 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5176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651760" cy="329184"/>
          </a:xfrm>
          <a:prstGeom prst="rect">
            <a:avLst>
              <a:gd name="adj" fmla="val 27778"/>
            </a:avLst>
          </a:prstGeom>
          <a:solidFill>
            <a:srgbClr val="6C348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07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Shivangi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When our college fest had no volunteers for decoration, I stepped up and organised a whole team — without being asked by anyone.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Now YOU — share your moment in chat!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70432"/>
            <a:ext cx="265176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70432"/>
            <a:ext cx="2651760" cy="329184"/>
          </a:xfrm>
          <a:prstGeom prst="rect">
            <a:avLst>
              <a:gd name="adj" fmla="val 27778"/>
            </a:avLst>
          </a:prstGeom>
          <a:solidFill>
            <a:srgbClr val="A569B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07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Radhika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572768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I noticed our class notes were all over the place before exams. I created a shared Google Doc and distributed it to 30 classmates on my own.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2651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Now YOU — share your moment in chat!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70432"/>
            <a:ext cx="2651760" cy="329184"/>
          </a:xfrm>
          <a:prstGeom prst="rect">
            <a:avLst>
              <a:gd name="adj" fmla="val 27778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207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Samiksha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1572768"/>
            <a:ext cx="24323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Our lead speaker fell sick the day of a presentation. I volunteered to present even though I was not fully prepared — and it went well.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651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Now YOU — share your moment in chat!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3291840"/>
            <a:ext cx="41605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291840"/>
            <a:ext cx="4160520" cy="329184"/>
          </a:xfrm>
          <a:prstGeom prst="rect">
            <a:avLst>
              <a:gd name="adj" fmla="val 27778"/>
            </a:avLst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328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Shravani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3694176"/>
            <a:ext cx="39410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I saw two juniors having a disagreement. Without anyone asking me, I stepped in calmly and helped them resolve it peacefully.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47731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Now YOU — share your moment in chat!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3291840"/>
            <a:ext cx="416052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06240" y="3291840"/>
            <a:ext cx="4160520" cy="329184"/>
          </a:xfrm>
          <a:prstGeom prst="rect">
            <a:avLst>
              <a:gd name="adj" fmla="val 27778"/>
            </a:avLst>
          </a:prstGeom>
          <a:solidFill>
            <a:srgbClr val="F1C40F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3328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🗣️ Prarthana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15968" y="3694176"/>
            <a:ext cx="39410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E"/>
                </a:solidFill>
              </a:rPr>
              <a:t>Our club's social media had zero posts for weeks. I took initiative, created content, got approval, and posted it — no one had to push me.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0" y="47731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17A65"/>
                </a:solidFill>
              </a:rPr>
              <a:t>💬 Now YOU — share your moment in chat!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⚡  Activity 3: Rapid Fire — TRUE or FALSE?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Be FAST! First correct answer in chat gets a shoutout! 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713232" cy="1298448"/>
          </a:xfrm>
          <a:prstGeom prst="roundRect">
            <a:avLst>
              <a:gd name="adj" fmla="val 12821"/>
            </a:avLst>
          </a:prstGeom>
          <a:solidFill>
            <a:srgbClr val="C0392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1143000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FALSE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0432" y="1216152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Waiting to be asked before you help someone is Taking Initiative.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0432" y="1947672"/>
            <a:ext cx="3273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Initiative = acting WITHOUT being asked!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713232" cy="1298448"/>
          </a:xfrm>
          <a:prstGeom prst="roundRect">
            <a:avLst>
              <a:gd name="adj" fmla="val 12821"/>
            </a:avLst>
          </a:prstGeom>
          <a:solidFill>
            <a:srgbClr val="1E8449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37176" y="1143000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05272" y="1216152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Helping a classmate fix their mistake on your own is Taking Initiative.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05272" y="1947672"/>
            <a:ext cx="3273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You acted without waiting to be told!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87752"/>
            <a:ext cx="713232" cy="1298448"/>
          </a:xfrm>
          <a:prstGeom prst="roundRect">
            <a:avLst>
              <a:gd name="adj" fmla="val 12821"/>
            </a:avLst>
          </a:prstGeom>
          <a:solidFill>
            <a:srgbClr val="C0392B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2587752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FALSE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70432" y="2660904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Initiative means always doing everything alone, never asking for help.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3392424"/>
            <a:ext cx="3273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You can take initiative AND collaborate!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587752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587752"/>
            <a:ext cx="713232" cy="1298448"/>
          </a:xfrm>
          <a:prstGeom prst="roundRect">
            <a:avLst>
              <a:gd name="adj" fmla="val 12821"/>
            </a:avLst>
          </a:prstGeom>
          <a:solidFill>
            <a:srgbClr val="1E8449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37176" y="2587752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05272" y="2660904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Starting a task before the deadline reminder counts as initiative.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05272" y="3392424"/>
            <a:ext cx="3273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Being proactive, not reactive = initiative!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32504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032504"/>
            <a:ext cx="713232" cy="1298448"/>
          </a:xfrm>
          <a:prstGeom prst="roundRect">
            <a:avLst>
              <a:gd name="adj" fmla="val 12821"/>
            </a:avLst>
          </a:prstGeom>
          <a:solidFill>
            <a:srgbClr val="C0392B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4032504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FALSE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70432" y="4105656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Fear of failure is a good enough reason to never take initiative.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70432" y="4837176"/>
            <a:ext cx="3273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Perseverance helps you act DESPITE fear!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4032504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4032504"/>
            <a:ext cx="713232" cy="1298448"/>
          </a:xfrm>
          <a:prstGeom prst="roundRect">
            <a:avLst>
              <a:gd name="adj" fmla="val 12821"/>
            </a:avLst>
          </a:prstGeom>
          <a:solidFill>
            <a:srgbClr val="1E8449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37176" y="4032504"/>
            <a:ext cx="640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05272" y="4105656"/>
            <a:ext cx="3273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Pointing out a mistake in a meeting to help your team is initiative.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05272" y="4837176"/>
            <a:ext cx="3273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C40F"/>
                </a:solidFill>
              </a:rPr>
              <a:t>✅ Speaking up constructively = initiative!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🤝  Activity 4: Your Initiative Pledge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3483"/>
                </a:solidFill>
              </a:rPr>
              <a:t>Let's not just learn — let's COMMIT. Read this pledge out loud with us! 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1188720"/>
            <a:ext cx="69494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188720"/>
            <a:ext cx="6949440" cy="475488"/>
          </a:xfrm>
          <a:prstGeom prst="rect">
            <a:avLst>
              <a:gd name="adj" fmla="val 28846"/>
            </a:avLst>
          </a:prstGeom>
          <a:solidFill>
            <a:srgbClr val="6C348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18872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🌟  MY INITIATIVE PLEDGE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1C2E"/>
                </a:solidFill>
              </a:rPr>
              <a:t>"I, ________________________, promise to take initiative this week by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21284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483"/>
                </a:solidFill>
              </a:rPr>
              <a:t>____________________________________________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7860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1C2E"/>
                </a:solidFill>
              </a:rPr>
              <a:t>without waiting to be told, pushed, or reminded."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035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Signed: _____________________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Date: _____________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3483"/>
                </a:solidFill>
              </a:rPr>
              <a:t>💬 Type in chat: "I, [your name], promise to [your action] this week!"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Example: "I, Priya, promise to speak up first in my next group meeting this week!"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A569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📋  Please Fill Our Quick Survey! (2 minutes only)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BDE2"/>
                </a:solidFill>
              </a:rPr>
              <a:t>Prarthana will share the Google Form link in the chat RIGHT NOW 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99032"/>
            <a:ext cx="384048" cy="384048"/>
          </a:xfrm>
          <a:prstGeom prst="ellipse">
            <a:avLst/>
          </a:prstGeom>
          <a:solidFill>
            <a:srgbClr val="A569B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280160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Before today, did you know what Taking Initiative means?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7043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99032"/>
            <a:ext cx="384048" cy="384048"/>
          </a:xfrm>
          <a:prstGeom prst="ellipse">
            <a:avLst/>
          </a:prstGeom>
          <a:solidFill>
            <a:srgbClr val="A569B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67528" y="1280160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Have you ever taken initiative without being asked?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04872"/>
            <a:ext cx="384048" cy="384048"/>
          </a:xfrm>
          <a:prstGeom prst="ellipse">
            <a:avLst/>
          </a:prstGeom>
          <a:solidFill>
            <a:srgbClr val="A569B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286000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What stops you from taking initiative?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17627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404872"/>
            <a:ext cx="384048" cy="384048"/>
          </a:xfrm>
          <a:prstGeom prst="ellipse">
            <a:avLst/>
          </a:prstGeom>
          <a:solidFill>
            <a:srgbClr val="A569BD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67528" y="2286000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After today, will you try to take initiative?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8211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10712"/>
            <a:ext cx="384048" cy="384048"/>
          </a:xfrm>
          <a:prstGeom prst="ellipse">
            <a:avLst/>
          </a:prstGeom>
          <a:solidFill>
            <a:srgbClr val="A569B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10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291840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Which activity did you enjoy the most?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18211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410712"/>
            <a:ext cx="384048" cy="384048"/>
          </a:xfrm>
          <a:prstGeom prst="ellipse">
            <a:avLst/>
          </a:prstGeom>
          <a:solidFill>
            <a:srgbClr val="A569BD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10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67528" y="3291840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Rate our session out of 5 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18795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416552"/>
            <a:ext cx="384048" cy="384048"/>
          </a:xfrm>
          <a:prstGeom prst="ellipse">
            <a:avLst/>
          </a:prstGeom>
          <a:solidFill>
            <a:srgbClr val="A569B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4297680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Your biggest takeaway from today?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418795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6C3483">
              <a:alpha val="4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4416552"/>
            <a:ext cx="384048" cy="384048"/>
          </a:xfrm>
          <a:prstGeom prst="ellipse">
            <a:avLst/>
          </a:prstGeom>
          <a:solidFill>
            <a:srgbClr val="A569BD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67528" y="4297680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Any suggestions for our team?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50474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7BDE2"/>
                </a:solidFill>
              </a:rPr>
              <a:t>Your feedback helps us grow! 🙏  We truly appreciate you filling this out.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C3483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926080"/>
            <a:ext cx="4114800" cy="4114800"/>
          </a:xfrm>
          <a:prstGeom prst="ellipse">
            <a:avLst/>
          </a:prstGeom>
          <a:solidFill>
            <a:srgbClr val="A569B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1C40F"/>
                </a:solidFill>
              </a:rPr>
              <a:t>THANK YOU!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267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You just took initiative by showing up and participating today! 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3291840" cy="36576"/>
          </a:xfrm>
          <a:prstGeom prst="rect">
            <a:avLst/>
          </a:prstGeom>
          <a:solidFill>
            <a:srgbClr val="A569B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</a:rPr>
              <a:t>Visionary Divas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BDE2"/>
                </a:solidFill>
              </a:rPr>
              <a:t>Shivangi  ·  Radhika  ·  Samiksha  ·  Shravani  ·  Prarthana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Any questions? We are happy to answer! 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FLY Capstone Project  |  Taking Initiative  |  Google Meet Session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2026-06-24T11:08:47Z</dcterms:created>
  <dcterms:modified xsi:type="dcterms:W3CDTF">2026-06-24T11:08:47Z</dcterms:modified>
</cp:coreProperties>
</file>