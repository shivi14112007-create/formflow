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6C348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A569B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1C40F"/>
                </a:solidFill>
              </a:rPr>
              <a:t>FLY — CAPSTONE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TAKING INITIATIVE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7BDE2"/>
                </a:solidFill>
              </a:rPr>
              <a:t>An Awareness Campaign to Inspire 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C40F"/>
                </a:solidFill>
              </a:rPr>
              <a:t>GROUP: VISIONARY DIVAS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7BDE2"/>
                </a:solidFill>
              </a:rPr>
              <a:t>1. Shivangi Gupta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7BDE2"/>
                </a:solidFill>
              </a:rPr>
              <a:t>2. Radhika Badarkhe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7BDE2"/>
                </a:solidFill>
              </a:rPr>
              <a:t>3. Samiksha Deshmukh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7BDE2"/>
                </a:solidFill>
              </a:rPr>
              <a:t>4. Shravani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7BDE2"/>
                </a:solidFill>
              </a:rPr>
              <a:t>5. Prarthana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C3483"/>
                </a:solidFill>
              </a:rPr>
              <a:t>Campaign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Step-by-step action plan — each member owns a key step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1572768" cy="3429000"/>
          </a:xfrm>
          <a:prstGeom prst="roundRect">
            <a:avLst>
              <a:gd name="adj" fmla="val 6977"/>
            </a:avLst>
          </a:prstGeom>
          <a:solidFill>
            <a:srgbClr val="6C348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960120"/>
            <a:ext cx="548640" cy="548640"/>
          </a:xfrm>
          <a:prstGeom prst="ellipse">
            <a:avLst/>
          </a:prstGeom>
          <a:solidFill>
            <a:srgbClr val="1C1C2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" y="132588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 &amp; Coordinate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44475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Fix date via poll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Create Meet link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Send invites &amp; reminders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1752" y="34290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👤 Shivangi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834640"/>
            <a:ext cx="164592" cy="0"/>
          </a:xfrm>
          <a:prstGeom prst="line">
            <a:avLst/>
          </a:prstGeom>
          <a:noFill/>
          <a:ln w="25400">
            <a:solidFill>
              <a:srgbClr val="6C348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097280"/>
            <a:ext cx="1572768" cy="3429000"/>
          </a:xfrm>
          <a:prstGeom prst="roundRect">
            <a:avLst>
              <a:gd name="adj" fmla="val 6977"/>
            </a:avLst>
          </a:prstGeom>
          <a:solidFill>
            <a:srgbClr val="A569B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05456" y="960120"/>
            <a:ext cx="548640" cy="548640"/>
          </a:xfrm>
          <a:prstGeom prst="ellipse">
            <a:avLst/>
          </a:prstGeom>
          <a:solidFill>
            <a:srgbClr val="1C1C2E"/>
          </a:solidFill>
          <a:ln/>
        </p:spPr>
      </p:sp>
      <p:sp>
        <p:nvSpPr>
          <p:cNvPr id="13" name="Text 11"/>
          <p:cNvSpPr/>
          <p:nvPr/>
        </p:nvSpPr>
        <p:spPr>
          <a:xfrm>
            <a:off x="2505456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39112" y="132588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Content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1828800"/>
            <a:ext cx="144475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Make slides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Prepare quiz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Write activity scripts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39112" y="34290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👤 Radhika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2834640"/>
            <a:ext cx="164592" cy="0"/>
          </a:xfrm>
          <a:prstGeom prst="line">
            <a:avLst/>
          </a:prstGeom>
          <a:noFill/>
          <a:ln w="25400">
            <a:solidFill>
              <a:srgbClr val="6C348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097280"/>
            <a:ext cx="1572768" cy="3429000"/>
          </a:xfrm>
          <a:prstGeom prst="roundRect">
            <a:avLst>
              <a:gd name="adj" fmla="val 6977"/>
            </a:avLst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42816" y="960120"/>
            <a:ext cx="548640" cy="548640"/>
          </a:xfrm>
          <a:prstGeom prst="ellipse">
            <a:avLst/>
          </a:prstGeom>
          <a:solidFill>
            <a:srgbClr val="1C1C2E"/>
          </a:solidFill>
          <a:ln/>
        </p:spPr>
      </p:sp>
      <p:sp>
        <p:nvSpPr>
          <p:cNvPr id="20" name="Text 18"/>
          <p:cNvSpPr/>
          <p:nvPr/>
        </p:nvSpPr>
        <p:spPr>
          <a:xfrm>
            <a:off x="4242816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76472" y="132588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Invite Audience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4760" y="1828800"/>
            <a:ext cx="144475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Share Meet link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Invite 15+ students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Chase confirmations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76472" y="34290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👤 Samiksha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2834640"/>
            <a:ext cx="164592" cy="0"/>
          </a:xfrm>
          <a:prstGeom prst="line">
            <a:avLst/>
          </a:prstGeom>
          <a:noFill/>
          <a:ln w="25400">
            <a:solidFill>
              <a:srgbClr val="6C34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68112" y="1097280"/>
            <a:ext cx="1572768" cy="3429000"/>
          </a:xfrm>
          <a:prstGeom prst="roundRect">
            <a:avLst>
              <a:gd name="adj" fmla="val 6977"/>
            </a:avLst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0176" y="960120"/>
            <a:ext cx="548640" cy="548640"/>
          </a:xfrm>
          <a:prstGeom prst="ellipse">
            <a:avLst/>
          </a:prstGeom>
          <a:solidFill>
            <a:srgbClr val="1C1C2E"/>
          </a:solidFill>
          <a:ln/>
        </p:spPr>
      </p:sp>
      <p:sp>
        <p:nvSpPr>
          <p:cNvPr id="27" name="Text 25"/>
          <p:cNvSpPr/>
          <p:nvPr/>
        </p:nvSpPr>
        <p:spPr>
          <a:xfrm>
            <a:off x="5980176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 Session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32120" y="1828800"/>
            <a:ext cx="144475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Present topic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Host 3 activities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Manage timing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13832" y="34290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👤 Shravani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2834640"/>
            <a:ext cx="164592" cy="0"/>
          </a:xfrm>
          <a:prstGeom prst="line">
            <a:avLst/>
          </a:prstGeom>
          <a:noFill/>
          <a:ln w="25400">
            <a:solidFill>
              <a:srgbClr val="6C34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5472" y="1097280"/>
            <a:ext cx="1572768" cy="3429000"/>
          </a:xfrm>
          <a:prstGeom prst="roundRect">
            <a:avLst>
              <a:gd name="adj" fmla="val 6977"/>
            </a:avLst>
          </a:prstGeom>
          <a:solidFill>
            <a:srgbClr val="F1C40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17536" y="960120"/>
            <a:ext cx="548640" cy="548640"/>
          </a:xfrm>
          <a:prstGeom prst="ellipse">
            <a:avLst/>
          </a:prstGeom>
          <a:solidFill>
            <a:srgbClr val="1C1C2E"/>
          </a:solidFill>
          <a:ln/>
        </p:spPr>
      </p:sp>
      <p:sp>
        <p:nvSpPr>
          <p:cNvPr id="34" name="Text 32"/>
          <p:cNvSpPr/>
          <p:nvPr/>
        </p:nvSpPr>
        <p:spPr>
          <a:xfrm>
            <a:off x="7717536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51192" y="132588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Collect &amp; Report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69480" y="1828800"/>
            <a:ext cx="144475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Share Google Form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Analyse responses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Prepare final PPT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51192" y="34290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👤 Prarthana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6C3483"/>
                </a:solidFill>
              </a:rPr>
              <a:t>Shivangi also monitored all steps end-to-end as Lead Coordinator and ensured the entire team stayed on track.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6C348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1C40F"/>
                </a:solidFill>
              </a:rPr>
              <a:t>TAKING INITIATIVE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7BDE2"/>
                </a:solidFill>
              </a:rPr>
              <a:t>The Pillar We Chose — and Why It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6C3483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Taking Initiative means doing something on your own — without being told, pushed, or asked. It is the habit of acting first, stepping up, and making things happen before someone else has 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240280"/>
            <a:ext cx="2011680" cy="2487168"/>
          </a:xfrm>
          <a:prstGeom prst="roundRect">
            <a:avLst>
              <a:gd name="adj" fmla="val 5455"/>
            </a:avLst>
          </a:prstGeom>
          <a:solidFill>
            <a:srgbClr val="A569BD">
              <a:alpha val="2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3591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2907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Speak Up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329184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Volunteer to answer before being called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2240280"/>
            <a:ext cx="2011680" cy="2487168"/>
          </a:xfrm>
          <a:prstGeom prst="roundRect">
            <a:avLst>
              <a:gd name="adj" fmla="val 5455"/>
            </a:avLst>
          </a:prstGeom>
          <a:solidFill>
            <a:srgbClr val="A569BD">
              <a:alpha val="2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23591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68880" y="2907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Help Unprompted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329184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See a problem and fix it immediately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2240280"/>
            <a:ext cx="2011680" cy="2487168"/>
          </a:xfrm>
          <a:prstGeom prst="roundRect">
            <a:avLst>
              <a:gd name="adj" fmla="val 5455"/>
            </a:avLst>
          </a:prstGeom>
          <a:solidFill>
            <a:srgbClr val="A569BD">
              <a:alpha val="2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23591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2907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Start Without Waiting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90872" y="329184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Begin a task without needing a reminder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2240280"/>
            <a:ext cx="2011680" cy="2487168"/>
          </a:xfrm>
          <a:prstGeom prst="roundRect">
            <a:avLst>
              <a:gd name="adj" fmla="val 5455"/>
            </a:avLst>
          </a:prstGeom>
          <a:solidFill>
            <a:srgbClr val="A569BD">
              <a:alpha val="2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23591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66560" y="2907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Own Your Goals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9712" y="329184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Set targets for yourself and chase them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Shivangi Gupta — Lead Coordinator &amp; Campaign Driver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9875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</a:rPr>
              <a:t>Availability Poll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35331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Created and sent a WhatsApp poll to 20+ classmates to find the best date and time. Followed up with non-responders personally.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96112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87552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9875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</a:rPr>
              <a:t>Google Meet Setup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135331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Created the Google Meet link, tested audio/video settings before the session, and shared the link with a reminder message.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21992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313432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3134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</a:rPr>
              <a:t>Reminder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6791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Sent reminders on WhatsApp — one day before and one hour before the session — to ensure maximum attendance.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221992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313432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3134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</a:rPr>
              <a:t>Session Monitoring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26791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During the live session, Shivangi monitored the chat box, managed time for each segment, and ensured smooth transitions between activities.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39312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6393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</a:rPr>
              <a:t>Minutes &amp; Notes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0050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Kept notes during every team meeting. Summarised decisions and shared them with all members after each discussion.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547872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639312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🏁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6393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</a:rPr>
              <a:t>End-to-End Ownership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40050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Took ownership of the entire campaign timeline — from planning to the final PPT — making sure nothing was missed or delayed.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🎮  Activity 1: Would You or Wait? (Live Quiz)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7BDE2"/>
                </a:solidFill>
              </a:rPr>
              <a:t>Audience types A, B or C in the Google Meet chat — team reveals correct answer and discusses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92608" y="1115568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15568"/>
            <a:ext cx="2724912" cy="329184"/>
          </a:xfrm>
          <a:prstGeom prst="roundRect">
            <a:avLst>
              <a:gd name="adj" fmla="val 27778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430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You notice the classroom projector is broken before class starts.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BDE2"/>
                </a:solidFill>
              </a:rPr>
              <a:t>A: Fix it  |  B: Wait for teacher  |  C: Ignore it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C40F"/>
                </a:solidFill>
              </a:rPr>
              <a:t>✅ A = Taking Initiative!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15568"/>
            <a:ext cx="2724912" cy="329184"/>
          </a:xfrm>
          <a:prstGeom prst="roundRect">
            <a:avLst>
              <a:gd name="adj" fmla="val 27778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3255264" y="11430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73552" y="149961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Your group project hasn't started and no one is taking the lead.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73552" y="202996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BDE2"/>
                </a:solidFill>
              </a:rPr>
              <a:t>A: Start it myself  |  B: Wait for others  |  C: Complain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73552" y="246888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C40F"/>
                </a:solidFill>
              </a:rPr>
              <a:t>✅ A = Taking Initiative!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08192" y="1115568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08192" y="1115568"/>
            <a:ext cx="2724912" cy="329184"/>
          </a:xfrm>
          <a:prstGeom prst="roundRect">
            <a:avLst>
              <a:gd name="adj" fmla="val 27778"/>
            </a:avLst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11430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1344" y="149961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You see a junior student struggling with their work.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81344" y="202996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BDE2"/>
                </a:solidFill>
              </a:rPr>
              <a:t>A: Go help them  |  B: Wait to be asked  |  C: Walk away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81344" y="246888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C40F"/>
                </a:solidFill>
              </a:rPr>
              <a:t>✅ A = Taking Initiative!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" y="2944368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2608" y="2944368"/>
            <a:ext cx="2724912" cy="329184"/>
          </a:xfrm>
          <a:prstGeom prst="roundRect">
            <a:avLst>
              <a:gd name="adj" fmla="val 27778"/>
            </a:avLst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2971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32841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 new idea hits you in a meeting but no one has mentioned it.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85876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BDE2"/>
                </a:solidFill>
              </a:rPr>
              <a:t>A: Share it right away  |  B: Keep it to myself  |  C: Tell later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29768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C40F"/>
                </a:solidFill>
              </a:rPr>
              <a:t>✅ A = Taking Initiative!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2944368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44368"/>
            <a:ext cx="2724912" cy="329184"/>
          </a:xfrm>
          <a:prstGeom prst="roundRect">
            <a:avLst>
              <a:gd name="adj" fmla="val 27778"/>
            </a:avLst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3255264" y="2971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73552" y="332841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Your team is behind schedule and your part is done.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73552" y="385876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BDE2"/>
                </a:solidFill>
              </a:rPr>
              <a:t>A: Help others finish  |  B: Relax  |  C: Wait for instructions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73552" y="429768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C40F"/>
                </a:solidFill>
              </a:rPr>
              <a:t>✅ A = Taking Initiative!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08192" y="2944368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08192" y="2944368"/>
            <a:ext cx="2724912" cy="329184"/>
          </a:xfrm>
          <a:prstGeom prst="roundRect">
            <a:avLst>
              <a:gd name="adj" fmla="val 27778"/>
            </a:avLst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6163056" y="2971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81344" y="3328416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You see an error in a shared document your teacher made.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81344" y="385876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BDE2"/>
                </a:solidFill>
              </a:rPr>
              <a:t>A: Politely point it out  |  B: Stay quiet  |  C: Tell a friend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81344" y="429768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1C40F"/>
                </a:solidFill>
              </a:rPr>
              <a:t>✅ A = Taking Initiative!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17A6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📖  Activity 2: Story Time — Share Your Initiative Moment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F8C8D"/>
                </a:solidFill>
              </a:rPr>
              <a:t>Each team member shares a real 30-second story, then audience shares theirs in chat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651760" cy="329184"/>
          </a:xfrm>
          <a:prstGeom prst="rect">
            <a:avLst>
              <a:gd name="adj" fmla="val 27778"/>
            </a:avLst>
          </a:prstGeom>
          <a:solidFill>
            <a:srgbClr val="6C348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521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🗣️ Shivangi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517904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E"/>
                </a:solidFill>
              </a:rPr>
              <a:t>When our college fest had no volunteers for decoration, I stepped up and organized a team — without being asked by anyone.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5968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17A65"/>
                </a:solidFill>
              </a:rPr>
              <a:t>💬 Audience: Share YOUR story in the chat now!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15568"/>
            <a:ext cx="2651760" cy="329184"/>
          </a:xfrm>
          <a:prstGeom prst="rect">
            <a:avLst>
              <a:gd name="adj" fmla="val 27778"/>
            </a:avLst>
          </a:prstGeom>
          <a:solidFill>
            <a:srgbClr val="A569BD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1521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🗣️ Radhika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517904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E"/>
                </a:solidFill>
              </a:rPr>
              <a:t>I noticed our class notes were disorganized. I created a shared Google Doc and distributed it to everyone before the exam.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25968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17A65"/>
                </a:solidFill>
              </a:rPr>
              <a:t>💬 Audience: Share YOUR story in the chat now!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115568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15568"/>
            <a:ext cx="2651760" cy="329184"/>
          </a:xfrm>
          <a:prstGeom prst="rect">
            <a:avLst>
              <a:gd name="adj" fmla="val 27778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1521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🗣️ Samiksha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1517904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E"/>
                </a:solidFill>
              </a:rPr>
              <a:t>During a group presentation, our lead speaker fell sick. I volunteered immediately to present even though I wasn't prepared to.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5968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17A65"/>
                </a:solidFill>
              </a:rPr>
              <a:t>💬 Audience: Share YOUR story in the chat now!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3218688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218688"/>
            <a:ext cx="4160520" cy="329184"/>
          </a:xfrm>
          <a:prstGeom prst="rect">
            <a:avLst>
              <a:gd name="adj" fmla="val 27778"/>
            </a:avLst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2552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🗣️ Shravani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3621024"/>
            <a:ext cx="39410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E"/>
                </a:solidFill>
              </a:rPr>
              <a:t>I saw two juniors having an argument. Without being told, I stepped in calmly and helped them resolve it peacefully.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470001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17A65"/>
                </a:solidFill>
              </a:rPr>
              <a:t>💬 Audience: Share YOUR story in the chat now!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3218688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06240" y="3218688"/>
            <a:ext cx="4160520" cy="329184"/>
          </a:xfrm>
          <a:prstGeom prst="rect">
            <a:avLst>
              <a:gd name="adj" fmla="val 27778"/>
            </a:avLst>
          </a:prstGeom>
          <a:solidFill>
            <a:srgbClr val="F1C40F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32552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🗣️ Prarthana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15968" y="3621024"/>
            <a:ext cx="39410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E"/>
                </a:solidFill>
              </a:rPr>
              <a:t>Our club's social media had no activity for weeks. I took initiative, created content, and posted it — no one had to ask me.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0" y="470001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17A65"/>
                </a:solidFill>
              </a:rPr>
              <a:t>💬 Audience: Share YOUR story in the chat now!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⚡  Activity 3: Rapid Fire — True or False?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7BDE2"/>
                </a:solidFill>
              </a:rPr>
              <a:t>Audience types TRUE or FALSE in chat as fast as they can — first correct answer gets a shoutout!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5270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216152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Waiting for your teacher to ask you to speak is Taking Initiative.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83794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FALSE — Initiative means you speak up first!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0328" y="15270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58968" y="1216152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Helping a classmate fix their mistake without being asked is Taking Initiative.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58968" y="183794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TRUE — You acted without waiting to be told!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9443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633472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Taking Initiative means always doing everything alone, never asking for help.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325526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FALSE — You can take initiative and still collaborate!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56032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29443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2633472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Starting a task before the deadline reminder is Taking Initiative.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58968" y="325526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TRUE — You are being proactive, not reactive!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436168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050792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Fear of failure is a valid reason to never take initiative.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4128" y="467258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FALSE — Perseverance helps you act despite fear!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97764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436168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58968" y="4050792"/>
            <a:ext cx="3401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Pointing out a mistake in a meeting to help the team is Taking Initiative.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58968" y="467258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TRUE — Speaking up constructively is initiative!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🤝  Activity 4: Initiative Pledge — Audience Commitment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F8C8D"/>
                </a:solidFill>
              </a:rPr>
              <a:t>At the end of the session, audience members type their personal pledge in the chat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64008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188720"/>
            <a:ext cx="6400800" cy="457200"/>
          </a:xfrm>
          <a:prstGeom prst="rect">
            <a:avLst>
              <a:gd name="adj" fmla="val 30000"/>
            </a:avLst>
          </a:prstGeom>
          <a:solidFill>
            <a:srgbClr val="6C3483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🌟  MY INITIATIVE PLEDGE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</a:rPr>
              <a:t>This week, I will take initiative by: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4884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</a:rPr>
              <a:t>"I, ______________, promise to ______________________________________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</a:rPr>
              <a:t>without waiting to be asked, pushed, or reminded."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1089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</a:rPr>
              <a:t>Signed: __________________          Date: ___________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3483"/>
                </a:solidFill>
              </a:rPr>
              <a:t>💬 How to use this: Presenter reads the pledge aloud. Audience fills in their name + action in the chat.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Example chat response: "I, Riya, promise to speak up first in my next group meeting without waiting."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645152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1C40F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E"/>
                </a:solidFill>
              </a:rPr>
              <a:t>🎤  Read out 3-4 pledges from the chat to celebrate the audience! This is the most powerful moment of the session.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A569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Our Google Form Survey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7BDE2"/>
                </a:solidFill>
              </a:rPr>
              <a:t>Shared live in the Google Meet chat by Prarthana — to measure campaign effectiveness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371600"/>
            <a:ext cx="384048" cy="38404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E"/>
                </a:solidFill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1152144"/>
            <a:ext cx="3493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Before today, did you know what 'Taking Initiative' means?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1691640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7BDE2"/>
                </a:solidFill>
              </a:rPr>
              <a:t>Options: Yes  /  No  /  Somewhat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0328" y="1371600"/>
            <a:ext cx="384048" cy="38404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E"/>
                </a:solidFill>
              </a:rPr>
              <a:t>Q2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67528" y="1152144"/>
            <a:ext cx="3493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Have you ever taken initiative without being asked?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67528" y="1691640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7BDE2"/>
                </a:solidFill>
              </a:rPr>
              <a:t>Options: Yes  /  No  /  Sometimes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487168"/>
            <a:ext cx="384048" cy="38404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E"/>
                </a:solidFill>
              </a:rPr>
              <a:t>Q3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2688" y="2267712"/>
            <a:ext cx="3493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stops you from taking initiative?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2807208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7BDE2"/>
                </a:solidFill>
              </a:rPr>
              <a:t>Options: Fear of failure / Don't know how / Waiting for others / Nothing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212848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2487168"/>
            <a:ext cx="384048" cy="38404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E"/>
                </a:solidFill>
              </a:rPr>
              <a:t>Q4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67528" y="2267712"/>
            <a:ext cx="3493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After today's session, will you try to take initiative?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67528" y="2807208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7BDE2"/>
                </a:solidFill>
              </a:rPr>
              <a:t>Options: Definitely  /  Maybe  /  Not sure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328416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3602736"/>
            <a:ext cx="384048" cy="38404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E"/>
                </a:solidFill>
              </a:rPr>
              <a:t>Q5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" y="3383280"/>
            <a:ext cx="3493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Which activity did you enjoy the most?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" y="3922776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7BDE2"/>
                </a:solidFill>
              </a:rPr>
              <a:t>Options: Quiz / Story Time / Rapid Fire / Pledge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328416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602736"/>
            <a:ext cx="384048" cy="38404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E"/>
                </a:solidFill>
              </a:rPr>
              <a:t>Q6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67528" y="3383280"/>
            <a:ext cx="3493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Rate our session out of 5 stars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67528" y="3922776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7BDE2"/>
                </a:solidFill>
              </a:rPr>
              <a:t>Options: Rating: 1⭐ to 5⭐⭐⭐⭐⭐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443984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" y="4718304"/>
            <a:ext cx="384048" cy="38404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" y="4718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E"/>
                </a:solidFill>
              </a:rPr>
              <a:t>Q7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2688" y="4498848"/>
            <a:ext cx="3493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was your biggest takeaway from today?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32688" y="503834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7BDE2"/>
                </a:solidFill>
              </a:rPr>
              <a:t>Options: Short answer (open text)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4443984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10328" y="4718304"/>
            <a:ext cx="384048" cy="38404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42" name="Text 40"/>
          <p:cNvSpPr/>
          <p:nvPr/>
        </p:nvSpPr>
        <p:spPr>
          <a:xfrm>
            <a:off x="4910328" y="4718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E"/>
                </a:solidFill>
              </a:rPr>
              <a:t>Q8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67528" y="4498848"/>
            <a:ext cx="3493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Any suggestions or feedback for our team?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67528" y="503834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7BDE2"/>
                </a:solidFill>
              </a:rPr>
              <a:t>Options: Short answer (open text)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3483"/>
                </a:solidFill>
              </a:rPr>
              <a:t>Campaign Implementation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How we ran our online awareness campaign on Google Meet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548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12471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483"/>
                </a:solidFill>
              </a:rPr>
              <a:t>Step 1 — Shivangi: Sent WhatsApp Availability Poll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Shared poll with 20+ classmates, followed up with non-responders, fixed date &amp; time based on majority votes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43000"/>
            <a:ext cx="548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112471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483"/>
                </a:solidFill>
              </a:rPr>
              <a:t>Step 2 — Shivangi: Created &amp; Shared Google Meet Link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40680" y="150876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Set up the Meet, tested it in advance, sent the link with a reminder message to all participants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468880"/>
            <a:ext cx="548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4505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483"/>
                </a:solidFill>
              </a:rPr>
              <a:t>Step 3 — Radhika: Prepared All Content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1560" y="283464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Built the presentation, wrote quiz questions, story prompts, rapid fire statements and the pledge card script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468880"/>
            <a:ext cx="548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4505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483"/>
                </a:solidFill>
              </a:rPr>
              <a:t>Step 4 — Samiksha: Invited &amp; Confirmed Audience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40680" y="283464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Shared the Meet link on class WhatsApp, personally confirmed attendance from 15+ students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794760"/>
            <a:ext cx="548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7764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483"/>
                </a:solidFill>
              </a:rPr>
              <a:t>Step 5 — Samiksha &amp; Shravani: Hosted the Session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1560" y="416052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Presented the topic, ran all 4 activities, managed chat responses, kept audience engaged throughout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94760"/>
            <a:ext cx="5486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7764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483"/>
                </a:solidFill>
              </a:rPr>
              <a:t>Step 6 — Prarthana: Survey &amp; Feedback Collection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40680" y="416052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E"/>
                </a:solidFill>
              </a:rPr>
              <a:t>Shared Google Form in chat, monitored responses live, analysed results and prepared evidence for PPT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983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3483"/>
                </a:solidFill>
              </a:rPr>
              <a:t>📸 [Add screenshots from your Google Meet session here — showing team + audience + activities]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C40F"/>
                </a:solidFill>
              </a:rPr>
              <a:t>Roles of Team Members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6C3483">
              <a:alpha val="3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332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Shivangi Gupta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926080" y="114300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6C3483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14300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Lead Coordinator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09160" y="101498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Sent poll, fixed date, created Meet link, sent reminders, monitored chat, tracked all steps end-to-end, kept team on schedule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A569BD">
              <a:alpha val="3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874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Radhika Badarkhe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0" y="198424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A569BD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9842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Content Creator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09160" y="18562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Built full presentation, designed quiz, rapid fire &amp; story activity, wrote all scripts and slide content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67E22">
              <a:alpha val="3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715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Samiksha Deshmukh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26080" y="2825496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282549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Outreach + Presenter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26974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Invited 15+ students, confirmed attendance, delivered the main talk on Taking Initiative with real-life examples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48386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E8449">
              <a:alpha val="3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55701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Shravani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926080" y="3666744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1E8449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366674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Activity Host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353872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Hosted all 4 activities live, read chat responses, gave shoutouts, kept energy and engagement high throughout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32511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1C40F">
              <a:alpha val="3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3982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Prarthana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926080" y="4507992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F1C40F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45079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Feedback Analyst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437997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Designed 8-question Google Form, shared it live, collected and analysed all responses, prepared data for PPT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3483"/>
                </a:solidFill>
              </a:rPr>
              <a:t>Learning From the Campaign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04672"/>
            <a:ext cx="2651760" cy="329184"/>
          </a:xfrm>
          <a:prstGeom prst="rect">
            <a:avLst>
              <a:gd name="adj" fmla="val 27778"/>
            </a:avLst>
          </a:prstGeom>
          <a:solidFill>
            <a:srgbClr val="6C348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41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Shivangi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207008"/>
            <a:ext cx="243230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I learnt that coordination itself is a form of initiative. Sending the poll, setting up Meet, tracking progress — all without being asked showed me that leadership is about ownership.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04672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804672"/>
            <a:ext cx="2651760" cy="329184"/>
          </a:xfrm>
          <a:prstGeom prst="rect">
            <a:avLst>
              <a:gd name="adj" fmla="val 27778"/>
            </a:avLst>
          </a:prstGeom>
          <a:solidFill>
            <a:srgbClr val="A569BD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841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Radhika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0128" y="1207008"/>
            <a:ext cx="243230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Creating content made me understand that initiative means preparing thoroughly and contributing without reminders. The moment I started making slides on my own, I felt the pillar come alive.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804672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804672"/>
            <a:ext cx="2651760" cy="329184"/>
          </a:xfrm>
          <a:prstGeom prst="rect">
            <a:avLst>
              <a:gd name="adj" fmla="val 27778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841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Samiksha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0488" y="1207008"/>
            <a:ext cx="243230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Presenting taught me that speaking up first is the biggest act of initiative. I overcame my hesitation by practicing and reminding myself this session was bigger than my nervousness.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01752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017520"/>
            <a:ext cx="4160520" cy="329184"/>
          </a:xfrm>
          <a:prstGeom prst="rect">
            <a:avLst>
              <a:gd name="adj" fmla="val 27778"/>
            </a:avLst>
          </a:prstGeom>
          <a:solidFill>
            <a:srgbClr val="1E844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0540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Shravani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3419856"/>
            <a:ext cx="394106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Hosting the activities showed me that keeping others engaged is itself initiative. When the chat went quiet, I did not wait — I jumped in, repeated the question and restarted the energy.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301752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06240" y="3017520"/>
            <a:ext cx="4160520" cy="329184"/>
          </a:xfrm>
          <a:prstGeom prst="rect">
            <a:avLst>
              <a:gd name="adj" fmla="val 27778"/>
            </a:avLst>
          </a:prstGeom>
          <a:solidFill>
            <a:srgbClr val="F1C40F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0540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Prarthana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15968" y="3419856"/>
            <a:ext cx="394106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Following through from creating the form to analysing results showed me that initiative is not just starting — it is finishing. I took complete ownership of our feedback process end to end.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C40F"/>
                </a:solidFill>
              </a:rPr>
              <a:t>Challenges Faced &amp; How We Overcame Them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600200"/>
            <a:ext cx="502920" cy="50292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2E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Low Audience Response Initially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Some participants were silent at quiz start. Shivangi monitored chat and Shravani immediately re-engaged by answering first herself.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600200"/>
            <a:ext cx="502920" cy="50292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2E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Scheduling Conflicts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554480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Not all classmates were free at the same time. Shivangi sent a WhatsApp poll and chose the time with maximum availability.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502152"/>
            <a:ext cx="502920" cy="50292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2E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9992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Audio &amp; Tech Issues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456432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Some participants had audio problems. We used the chat as backup and Shivangi managed mute/unmute coordination smoothly.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907792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502152"/>
            <a:ext cx="502920" cy="50292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2E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29992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Nervousness Before Presenting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3456432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Samiksha was nervous before the talk. She overcame it by practicing multiple times and focusing on the message, not herself.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Q1 — What initiatives did you take?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Shivangi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I sent the availability poll, created the Meet link, sent reminders, monitored the chat during the session, and tracked the entire team's progress from day one — all without being assigned.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69BD"/>
                </a:solidFill>
              </a:rPr>
              <a:t>Radhika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I started building slides and writing quiz content before anyone asked. I saw what needed to be done and did it immediately.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Samiksha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048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I personally invited and confirmed attendance from 15+ students. I also volunteered to be the main presenter despite feeling nervous.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Shravani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I designed the 'Would You or Wait?' quiz activity from scratch and took initiative to re-engage the audience when the chat went quiet.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15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Prarthana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I created the Google Form, shared it live during the session, and started analysing responses right after — without being reminded.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Q2 — Setbacks &amp; Perseverance techniques used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Shivangi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Getting all 5 members to agree on a meeting time was a setback. I used the perseverance technique of not giving up — I kept following up until everyone confirmed.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69BD"/>
                </a:solidFill>
              </a:rPr>
              <a:t>Radhika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Making slides that were engaging and not boring was harder than expected. I practiced the technique of trying again — I redesigned slides three times before being satisfied.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Samiksha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048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Nervousness before the presentation was my setback. I used the technique of positive self-talk and preparation — I practiced in front of a mirror twice.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Shravani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 silent audience during the quiz was discouraging. I used the technique of staying consistent — I kept asking questions and refused to let the energy drop.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15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Prarthana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Few people filled the survey initially. I used persistence — shared the link again with a friendly reminder and explained why their feedback mattered in 10 seconds.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E84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Q3 — Problems encountered &amp; how we solved them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Shivangi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Coordinating five members was complex. I solved this by assigning one clear role to each person, setting deadlines, and following up through our team WhatsApp group.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69BD"/>
                </a:solidFill>
              </a:rPr>
              <a:t>Radhika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Simplifying complex ideas for a student audience was a challenge. I solved it by replacing definitions with examples and making every slide conversational.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Samiksha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048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The audience was distracted during my talk. I solved this by pausing, asking a direct question, and waiting for someone to respond before continuing.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Shravani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Technical issues disrupted the quiz flow. I solved it by keeping calm, typing the question in the chat as backup, and continuing without drawing attention to the problem.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15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Prarthana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Low survey responses was a problem. I solved it by making the form very short (2 minutes to complete), sharing it twice, and personally asking people in the chat.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A569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Q4 — Conscientiousness issues &amp; how we addressed them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Shivangi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 had to ensure every member attended the session on time. I took responsibility by sending two reminders and checking in personally with each member before the session.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69BD"/>
                </a:solidFill>
              </a:rPr>
              <a:t>Radhika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 had to make sure slides were accurate and not using any FLY course material. I sourced all my own examples and had a team member review the content before finalising.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Samiksha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048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 was careful that my talk was appropriate, clear, and not condescending. I had Radhika review my script to ensure the tone was respectful and relatable.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Shravani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 ensured the quiz was fair and that answers were clearly explained. I tested all 6 questions with a friend before the session to catch any confusion.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15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Prarthana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 was responsible for ensuring every member's contribution appeared in the final PPT. I checked with each person individually before including their answers.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1C4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Q5 — What was innovative about our campaign?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Shivangi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Instead of a passive session, we made it fully interactive with 4 different activities. This was innovative because most awareness campaigns are one-way lectures.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69BD"/>
                </a:solidFill>
              </a:rPr>
              <a:t>Radhika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We used real college scenarios in the quiz instead of textbook definitions. This made the concept feel personal and immediately applicable to students' daily lives.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Samiksha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048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I brought Taking Initiative to life through my own real story — a personal touch that no textbook can provide. Storytelling was our most innovative content choice.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Shravani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The Rapid Fire True/False round was original — it created energy, competition, and fun while reinforcing the concept. Nobody expected a game format in an awareness session.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15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Prarthana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E"/>
                </a:solidFill>
              </a:rPr>
              <a:t>The Pledge Activity was the most innovative element. It did not just inform — it committed the audience to action. We turned awareness into accountability.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Q6 — What worked &amp; didn't in teamwork? Norms used?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Shivangi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Clear role division worked excellently. Our norm of 'one clear owner per task' meant no confusion. What did not work: we underestimated prep time — we will start earlier next time.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69BD"/>
                </a:solidFill>
              </a:rPr>
              <a:t>Radhika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Open communication worked well. When ideas clashed, we followed the norm of listening before responding. This prevented arguments and led to better content decisions.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914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0058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Samiksha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0488" y="141732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Consistent WhatsApp updates kept everyone aligned. What did not work was last-minute changes to the script. We will freeze content 24 hours before the session next time.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Shravani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Encouraging quieter members to share ideas worked beautifully. When Prarthana hesitated to share the survey idea, we encouraged her — and it became our best activity.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29260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15968" y="30175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Prarthana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3429000"/>
            <a:ext cx="3941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Equal contribution was our biggest norm — every member had a visible role and equal importance. This kept everyone motivated and no one felt like a passenger in the project.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C3483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A569B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THANK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1C40F"/>
                </a:solidFill>
              </a:rPr>
              <a:t>YOU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200400" y="3401568"/>
            <a:ext cx="2743200" cy="36576"/>
          </a:xfrm>
          <a:prstGeom prst="rect">
            <a:avLst/>
          </a:prstGeom>
          <a:solidFill>
            <a:srgbClr val="A569B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BDE2"/>
                </a:solidFill>
              </a:rPr>
              <a:t>Visionary Divas  |  FLY Capstone Project  |  Taking Initiative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We are happy to take your questions! 🙌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2026-06-24T11:07:14Z</dcterms:created>
  <dcterms:modified xsi:type="dcterms:W3CDTF">2026-06-24T11:07:14Z</dcterms:modified>
</cp:coreProperties>
</file>